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3" r:id="rId7"/>
    <p:sldId id="265" r:id="rId8"/>
    <p:sldId id="266" r:id="rId9"/>
    <p:sldId id="268" r:id="rId10"/>
    <p:sldId id="271" r:id="rId11"/>
    <p:sldId id="283" r:id="rId12"/>
    <p:sldId id="267" r:id="rId13"/>
    <p:sldId id="284" r:id="rId14"/>
    <p:sldId id="28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225849F-BDEF-42C9-8FAF-24B39FA58BCD}">
          <p14:sldIdLst>
            <p14:sldId id="256"/>
            <p14:sldId id="257"/>
            <p14:sldId id="258"/>
            <p14:sldId id="259"/>
            <p14:sldId id="263"/>
            <p14:sldId id="265"/>
            <p14:sldId id="266"/>
          </p14:sldIdLst>
        </p14:section>
        <p14:section name="无标题节" id="{E87CD7AA-175E-4C7F-96E1-D0305E78E7D2}">
          <p14:sldIdLst>
            <p14:sldId id="268"/>
            <p14:sldId id="271"/>
            <p14:sldId id="283"/>
            <p14:sldId id="267"/>
            <p14:sldId id="284"/>
            <p14:sldId id="28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FD9F2-188A-49B5-8EC3-234B8E2B38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5F504-53D1-4EA5-A112-F9041E2C2A6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551933" y="2315825"/>
            <a:ext cx="7088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latin typeface="等线" panose="02010600030101010101" pitchFamily="2" charset="-122"/>
                <a:ea typeface="等线" panose="02010600030101010101" pitchFamily="2" charset="-122"/>
              </a:rPr>
              <a:t>分治法求最近点对问题</a:t>
            </a:r>
            <a:endParaRPr lang="zh-CN" altLang="en-US" sz="5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9465" y="4009390"/>
            <a:ext cx="304800" cy="304800"/>
          </a:xfrm>
          <a:prstGeom prst="rect">
            <a:avLst/>
          </a:prstGeom>
        </p:spPr>
      </p:pic>
      <p:sp>
        <p:nvSpPr>
          <p:cNvPr id="4" name="AutoShape 8"/>
          <p:cNvSpPr/>
          <p:nvPr/>
        </p:nvSpPr>
        <p:spPr>
          <a:xfrm>
            <a:off x="4990465" y="397129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报告人：姚泽棉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9465" y="436499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90465" y="432689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学号：2024150026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39340" y="53649"/>
            <a:ext cx="951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问题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85265" y="2347595"/>
            <a:ext cx="9222105" cy="21628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/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对于平面上给定的</a:t>
            </a:r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个点，给出所有点对的最短距离，即，输入是平面上的</a:t>
            </a:r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个点，输出是</a:t>
            </a:r>
            <a:r>
              <a:rPr lang="en-US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点中具有最短距离的两点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39340" y="53649"/>
            <a:ext cx="951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方法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353" y="2334164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蛮力法</a:t>
            </a:r>
            <a:endParaRPr lang="zh-CN" altLang="en-US" sz="3600" dirty="0"/>
          </a:p>
        </p:txBody>
      </p:sp>
      <p:sp>
        <p:nvSpPr>
          <p:cNvPr id="6" name="文本框 5"/>
          <p:cNvSpPr txBox="1"/>
          <p:nvPr/>
        </p:nvSpPr>
        <p:spPr>
          <a:xfrm>
            <a:off x="5302353" y="3877505"/>
            <a:ext cx="15872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分治法</a:t>
            </a:r>
            <a:endParaRPr lang="zh-CN" altLang="en-US" sz="3600" dirty="0"/>
          </a:p>
        </p:txBody>
      </p:sp>
      <p:sp>
        <p:nvSpPr>
          <p:cNvPr id="9" name="椭圆 8"/>
          <p:cNvSpPr/>
          <p:nvPr/>
        </p:nvSpPr>
        <p:spPr>
          <a:xfrm>
            <a:off x="4645643" y="2491638"/>
            <a:ext cx="331384" cy="33138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645643" y="4034978"/>
            <a:ext cx="331384" cy="33138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39340" y="53649"/>
            <a:ext cx="1307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蛮力法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39340" y="72500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思想</a:t>
            </a:r>
            <a:endParaRPr lang="zh-CN" altLang="en-US" sz="20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410" y="1650365"/>
            <a:ext cx="5123815" cy="28632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37260" y="4957445"/>
            <a:ext cx="6088380" cy="121031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存在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N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个点，那么就存在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N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N-1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/2 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对点间的距离。穷举所有情况，选出最小值。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39340" y="53649"/>
            <a:ext cx="1307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蛮力法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39340" y="72500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算法</a:t>
            </a:r>
            <a:endParaRPr lang="zh-CN" altLang="en-US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03860" y="1728470"/>
            <a:ext cx="4140835" cy="1179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2000" dirty="0">
                <a:ea typeface="宋体" panose="02010600030101010101" pitchFamily="2" charset="-122"/>
              </a:rPr>
              <a:t>for i = 1 to N-1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      for j = i+1 to N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            if (dis(p[i], p[j])&lt; min)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                  min = dis(p[i],p[j])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3710" y="5045075"/>
            <a:ext cx="1417320" cy="41211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2400" dirty="0"/>
              <a:t>T(n)=O(n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39395" y="4202430"/>
            <a:ext cx="1309370" cy="3568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2000" b="1" dirty="0"/>
              <a:t>时间复杂度</a:t>
            </a:r>
            <a:endParaRPr lang="zh-CN" altLang="en-US" sz="2000" b="1" dirty="0"/>
          </a:p>
        </p:txBody>
      </p:sp>
      <p:sp>
        <p:nvSpPr>
          <p:cNvPr id="18" name="矩形: 对角圆角 17"/>
          <p:cNvSpPr/>
          <p:nvPr/>
        </p:nvSpPr>
        <p:spPr>
          <a:xfrm>
            <a:off x="288290" y="1466850"/>
            <a:ext cx="4014470" cy="1840230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对角圆角 18"/>
          <p:cNvSpPr/>
          <p:nvPr/>
        </p:nvSpPr>
        <p:spPr>
          <a:xfrm>
            <a:off x="288290" y="4879975"/>
            <a:ext cx="4014470" cy="70675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624992" y="75568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运行时间</a:t>
            </a:r>
            <a:endParaRPr lang="zh-CN" altLang="en-US" sz="2000" b="1" dirty="0"/>
          </a:p>
        </p:txBody>
      </p:sp>
      <p:pic>
        <p:nvPicPr>
          <p:cNvPr id="3" name="图片 -2147482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645" y="1334770"/>
            <a:ext cx="6831965" cy="39611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6" grpId="0"/>
      <p:bldP spid="9" grpId="0"/>
      <p:bldP spid="10" grpId="0"/>
      <p:bldP spid="18" grpId="0" bldLvl="0" animBg="1"/>
      <p:bldP spid="19" grpId="0" bldLvl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39340" y="53649"/>
            <a:ext cx="1307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分治法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39340" y="72500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思想：分</a:t>
            </a:r>
            <a:endParaRPr lang="zh-CN" altLang="en-US" sz="20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239340" y="1224025"/>
            <a:ext cx="1375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沿</a:t>
            </a:r>
            <a:r>
              <a:rPr lang="en-US" altLang="zh-CN" sz="2000" b="1" dirty="0"/>
              <a:t>x</a:t>
            </a:r>
            <a:r>
              <a:rPr lang="zh-CN" altLang="en-US" sz="2000" b="1" dirty="0"/>
              <a:t>轴排序</a:t>
            </a:r>
            <a:endParaRPr lang="zh-CN" altLang="en-US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239340" y="171674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数组均分</a:t>
            </a:r>
            <a:endParaRPr lang="zh-CN" altLang="en-US" sz="2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015" y="1717040"/>
            <a:ext cx="5855335" cy="3735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39340" y="53649"/>
            <a:ext cx="1307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分治法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39340" y="72500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思想：治</a:t>
            </a:r>
            <a:endParaRPr lang="zh-CN" altLang="en-US" sz="2000" b="1" dirty="0"/>
          </a:p>
        </p:txBody>
      </p:sp>
      <p:pic>
        <p:nvPicPr>
          <p:cNvPr id="3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" y="1915795"/>
            <a:ext cx="10189845" cy="36525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39340" y="53649"/>
            <a:ext cx="1307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分治法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39340" y="725004"/>
            <a:ext cx="1239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思想：合</a:t>
            </a:r>
            <a:endParaRPr lang="zh-CN" altLang="en-US" sz="20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39395" y="1273175"/>
            <a:ext cx="32581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两边最短，</a:t>
            </a:r>
            <a:r>
              <a:rPr lang="zh-CN" altLang="en-US" sz="2000" b="1" dirty="0">
                <a:sym typeface="+mn-ea"/>
              </a:rPr>
              <a:t>处理中间部分</a:t>
            </a:r>
            <a:endParaRPr lang="zh-CN" altLang="en-US" sz="2000" b="1" dirty="0"/>
          </a:p>
          <a:p>
            <a:endParaRPr lang="zh-CN" altLang="en-US" sz="2000" b="1" dirty="0"/>
          </a:p>
        </p:txBody>
      </p:sp>
      <p:pic>
        <p:nvPicPr>
          <p:cNvPr id="3" name="图片 -21474825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0" y="1929765"/>
            <a:ext cx="4809490" cy="33820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825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810" y="852170"/>
            <a:ext cx="3087370" cy="5153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39340" y="53649"/>
            <a:ext cx="1307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分治法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39340" y="725004"/>
            <a:ext cx="1239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思想：合</a:t>
            </a:r>
            <a:endParaRPr lang="zh-CN" altLang="en-US" sz="20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239340" y="1201540"/>
            <a:ext cx="1340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沿</a:t>
            </a:r>
            <a:r>
              <a:rPr lang="en-US" altLang="zh-CN" sz="2000" b="1" dirty="0"/>
              <a:t>y</a:t>
            </a:r>
            <a:r>
              <a:rPr lang="zh-CN" altLang="en-US" sz="2000" b="1" dirty="0"/>
              <a:t>轴排序</a:t>
            </a:r>
            <a:endParaRPr lang="zh-CN" altLang="en-US" sz="2000" b="1" dirty="0"/>
          </a:p>
        </p:txBody>
      </p:sp>
      <p:pic>
        <p:nvPicPr>
          <p:cNvPr id="3" name="图片 -21474825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05" y="1242695"/>
            <a:ext cx="3639185" cy="46996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825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965" y="725170"/>
            <a:ext cx="2580005" cy="47358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705485" y="608996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13335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(p, q)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是平面最近点对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,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q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在如下图所示的的矩形中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,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且该矩形至多包含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6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个点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,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且每个点对间的距离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≥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d. </a:t>
            </a:r>
            <a:endParaRPr lang="en-US" altLang="zh-CN" sz="1600"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6738620" y="3464560"/>
            <a:ext cx="4228465" cy="1016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39340" y="53649"/>
            <a:ext cx="1307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分治法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39340" y="72500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算法</a:t>
            </a:r>
            <a:endParaRPr lang="zh-CN" altLang="en-US" sz="2000" b="1" dirty="0"/>
          </a:p>
        </p:txBody>
      </p:sp>
      <p:sp>
        <p:nvSpPr>
          <p:cNvPr id="18" name="矩形: 对角圆角 17"/>
          <p:cNvSpPr/>
          <p:nvPr/>
        </p:nvSpPr>
        <p:spPr>
          <a:xfrm>
            <a:off x="239395" y="1099820"/>
            <a:ext cx="5590540" cy="326326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943626" y="4632514"/>
            <a:ext cx="20510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T(n)=O(nlogn)</a:t>
            </a:r>
            <a:endParaRPr lang="zh-CN" altLang="en-US" sz="2400" dirty="0"/>
          </a:p>
        </p:txBody>
      </p:sp>
      <p:sp>
        <p:nvSpPr>
          <p:cNvPr id="27" name="文本框 26"/>
          <p:cNvSpPr txBox="1"/>
          <p:nvPr/>
        </p:nvSpPr>
        <p:spPr>
          <a:xfrm>
            <a:off x="6149187" y="63842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时间复杂度</a:t>
            </a:r>
            <a:endParaRPr lang="zh-CN" altLang="en-US" sz="2000" b="1" dirty="0"/>
          </a:p>
        </p:txBody>
      </p:sp>
      <p:sp>
        <p:nvSpPr>
          <p:cNvPr id="31" name="矩形: 对角圆角 30"/>
          <p:cNvSpPr/>
          <p:nvPr/>
        </p:nvSpPr>
        <p:spPr>
          <a:xfrm>
            <a:off x="6730149" y="4467516"/>
            <a:ext cx="4498357" cy="791662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425020" y="1834148"/>
            <a:ext cx="26079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/>
              <a:t>T(n)=2T(n/2)+O(n)</a:t>
            </a:r>
            <a:endParaRPr lang="zh-CN" altLang="en-US" sz="2400" dirty="0"/>
          </a:p>
        </p:txBody>
      </p:sp>
      <p:sp>
        <p:nvSpPr>
          <p:cNvPr id="37" name="矩形: 对角圆角 36"/>
          <p:cNvSpPr/>
          <p:nvPr/>
        </p:nvSpPr>
        <p:spPr>
          <a:xfrm>
            <a:off x="6730149" y="1476532"/>
            <a:ext cx="4498357" cy="2041489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箭头连接符 38"/>
          <p:cNvCxnSpPr>
            <a:stCxn id="37" idx="1"/>
            <a:endCxn id="31" idx="3"/>
          </p:cNvCxnSpPr>
          <p:nvPr/>
        </p:nvCxnSpPr>
        <p:spPr>
          <a:xfrm>
            <a:off x="8979328" y="3518021"/>
            <a:ext cx="0" cy="9494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94665" y="1700530"/>
            <a:ext cx="4792345" cy="21640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j = 0 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for i = 1 to left.size 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while j &lt; right.size and right[j].y &lt; left[i].y- d 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096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j += 1 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for k = j to j + 6 and right[k].y &lt; left[i].y + d 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6096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ans = min(ans, dis(left[i], right[j]))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58785" y="251618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800"/>
              <a:t>f(n)=o(n)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31" grpId="0" bldLvl="0" animBg="1"/>
      <p:bldP spid="32" grpId="0"/>
      <p:bldP spid="3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39340" y="53649"/>
            <a:ext cx="1307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分治法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9340" y="82799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运行时间</a:t>
            </a:r>
            <a:endParaRPr lang="zh-CN" altLang="en-US" sz="2000" b="1" dirty="0"/>
          </a:p>
        </p:txBody>
      </p:sp>
      <p:pic>
        <p:nvPicPr>
          <p:cNvPr id="2" name="图片 -21474825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10" y="1115060"/>
            <a:ext cx="9565005" cy="55454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39339" y="53649"/>
            <a:ext cx="1650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时间比较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67129" y="1505635"/>
            <a:ext cx="23381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分治法计算效率远远大于蛮力法</a:t>
            </a:r>
            <a:endParaRPr lang="zh-CN" altLang="en-US" sz="2400" dirty="0"/>
          </a:p>
        </p:txBody>
      </p:sp>
      <p:pic>
        <p:nvPicPr>
          <p:cNvPr id="2" name="图片 -21474825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" y="1505585"/>
            <a:ext cx="8260080" cy="47199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889" y="0"/>
            <a:ext cx="2159111" cy="75568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39340" y="576869"/>
            <a:ext cx="96165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39340" y="53649"/>
            <a:ext cx="3811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</a:rPr>
              <a:t>分治法求最近点对问题</a:t>
            </a:r>
            <a:endParaRPr lang="zh-CN" altLang="en-US" sz="2800" b="1" dirty="0">
              <a:latin typeface="等线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54768" y="2767280"/>
            <a:ext cx="46824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/>
              <a:t>谢谢观看！</a:t>
            </a:r>
            <a:endParaRPr lang="zh-CN" altLang="en-US" sz="8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WPS 演示</Application>
  <PresentationFormat>宽屏</PresentationFormat>
  <Paragraphs>95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等线</vt:lpstr>
      <vt:lpstr>Noto Sans SC</vt:lpstr>
      <vt:lpstr>Calibri</vt:lpstr>
      <vt:lpstr>Times New Roman</vt:lpstr>
      <vt:lpstr>Times New Roman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锐源 王</dc:creator>
  <cp:lastModifiedBy>生活不易靠演技</cp:lastModifiedBy>
  <cp:revision>14</cp:revision>
  <dcterms:created xsi:type="dcterms:W3CDTF">2026-04-05T15:20:00Z</dcterms:created>
  <dcterms:modified xsi:type="dcterms:W3CDTF">2026-04-20T03:11:10Z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FE860FDA91BD4850B143F29184472E77_13</vt:lpwstr>
  </property>
</Properties>
</file>